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ให้ผู้เชี่ยวชาญด้านการมองเห็นทบทวนวิธีวัด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และอนุมัติเกณฑ์ก่อนเริ่มประเมินจริง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จากนั้นทดลองกับผู้ใช้ 10 คนตามเกณฑ์ที่อนุมัติ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1828800"/>
          <a:ext cx="11155680" cy="4297680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2388870"/>
                <a:gridCol w="2388870"/>
                <a:gridCol w="2388870"/>
                <a:gridCol w="238887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แผนงาน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W1–2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เข้าใจผู้ใช้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6C9D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W3–6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พัฒนาและเตรียม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397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W7–10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W11–12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0479D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กำหนดขอบเขต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จากปัญหาผู้ใช้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 AI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และการแจ้งเตือน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วัดความถูกต้อง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และความเสถียร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สรุปข้อผิดพลาด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และปรับระบบ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การประเมิน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ร่างวิธีวัด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ตามเอกสารแนวคิด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ผู้เชี่ยวชาญทบทวน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และอนุมัติเกณฑ์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บันทึกผลตาม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เกณฑ์ที่อนุมัติ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ผู้เชี่ยวชาญร่วม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ทบทวนผล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สัมภาษณ์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 10 คน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เตรียมกลุ่มทดลอง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และขอความยินยอม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 10 คน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นาน 2 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สรุปข้อเสนอแนะ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และแผนพัฒนาต่อ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 40"/>
          <p:cNvSpPr txBox="1"/>
          <p:nvPr/>
        </p:nvSpPr>
        <p:spPr>
          <a:xfrm>
            <a:off x="5029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อนุมัติเกณฑ์ก่อนทดลองกับผู้ใช้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แนวทางประเมินที่เสนอ (KPI)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194560"/>
          <a:ext cx="11155680" cy="384048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50292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ด้านที่วัด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ตัวชี้วัดจากเอกสาร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วิธีประเมินที่เสนอ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การตรวจจับ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Precision, Recall, F1-score, mAP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เทียบกับข้อมูลที่คนกำกับ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อารมณ์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Macro F1-score, Balanced Accuracy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เทียบกับป้ายกำกับจากมนุษย์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บริบท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Context Accuracy, Critical Error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ผู้เชี่ยวชาญตรวจความถูกต้อง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คำบรรยาย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Correctness, Helpfulness,</a:t>
                      </a:r>
                    </a:p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Conciseness, Hallucination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ให้คะแนนคำบรรยายภาษาไทย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ความปลอดภัย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Hazard Recall, Time-to-Alert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วัดการตรวจพบและเวลาเตือน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32" name="Text 32"/>
          <p:cNvSpPr txBox="1"/>
          <p:nvPr/>
        </p:nvSpPr>
        <p:spPr>
          <a:xfrm>
            <a:off x="50292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ยังไม่มีเกณฑ์ผ่านที่ยืนยันแล้ว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ให้ผู้เชี่ยวชาญทบทวนวิธีวัดและอนุมัติเกณฑ์ก่อนประเมินจริง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อ้างอิง: CONCEPT IDEA, Plan Test หน้า 8–9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