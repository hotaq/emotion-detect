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ให้ผู้เชี่ยวชาญด้านการมองเห็นทบทวนวิธีวัด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และอนุมัติเกณฑ์ก่อนเริ่มประเมินจริง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จากนั้นทดลองกับผู้ใช้ 10 คนตามเกณฑ์ที่อนุมัติ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057400"/>
          <a:ext cx="11155680" cy="3840480"/>
        </p:xfrm>
        <a:graphic>
          <a:graphicData uri="http://schemas.openxmlformats.org/drawingml/2006/table">
            <a:tbl>
              <a:tblPr firstRow="1" bandRow="0"/>
              <a:tblGrid>
                <a:gridCol w="2194560"/>
                <a:gridCol w="4206240"/>
                <a:gridCol w="475488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งานหลัก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ผลที่ได้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1–2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สัมภาษณ์ผู้ใช้ 10 คน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ความต้องการและร่างเกณฑ์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3–6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พัฒนาและทบทวนเกณฑ์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ระบบพร้อมใช้ / ขออนุมัติเกณฑ์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7–10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 10 คน / 2 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ผลทดสอบและข้อเสนอแนะ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11–12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ประเมินร่วมกับผู้เชี่ยวชาญ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สรุปผลตามเกณฑ์ที่อนุมัติ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แนวทางประเมินที่เสนอ (KPI)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194560"/>
          <a:ext cx="11155680" cy="384048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50292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ด้านที่วัด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ตัวชี้วัดจากเอกสาร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วิธีประเมินที่เสนอ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การตรวจจับ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Precision, Recall, F1-score, mAP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เทียบกับข้อมูลที่คนกำกับ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อารมณ์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Macro F1-score, Balanced Accuracy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เทียบกับป้ายกำกับจากมนุษย์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บริบท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Context Accuracy, Critical Error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ผู้เชี่ยวชาญตรวจความถูกต้อง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คำบรรยาย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Correctness, Helpfulness,</a:t>
                      </a:r>
                    </a:p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Conciseness, Hallucination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ให้คะแนนคำบรรยายภาษาไทย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ความปลอดภัย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Hazard Recall, Time-to-Alert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วัดการตรวจพบและเวลาเตือน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32" name="Text 32"/>
          <p:cNvSpPr txBox="1"/>
          <p:nvPr/>
        </p:nvSpPr>
        <p:spPr>
          <a:xfrm>
            <a:off x="50292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ยังไม่มีเกณฑ์ผ่านที่ยืนยันแล้ว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ให้ผู้เชี่ยวชาญทบทวนวิธีวัดและอนุมัติเกณฑ์ก่อนประเมินจริง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อ้างอิง: CONCEPT IDEA, Plan Test หน้า 8–9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