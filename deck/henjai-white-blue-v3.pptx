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ให้ผู้เชี่ยวชาญด้านการมองเห็นร่วมกำหนดเกณฑ์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ทบทวนความเหมาะสมและความเสี่ยงของคำบรรยาย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ทดลองกับผู้ใช้ 10 คน และบันทึกผลตาม KPI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 และ KPI เป้าหมาย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สัมภาษณ์ผู้ใช้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ผู้ใช้ 10 คน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เตรียมเกณฑ์กับผู้เชี่ยวชาญ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พัฒนาระบบ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ปรับคำบรรยาย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และจังหวะการแจ้งเตือน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W7–10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ทดลองใช้งาน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ผู้ใช้ 10 คน นาน 2 สัปดาห์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เก็บผลและข้อเสนอแนะ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W11–12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ประเมินและสรุป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ผู้เชี่ยวชาญร่วมทบทวน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เทียบผลกับ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KPI เป้าหมายในการทดลอง ยังไม่ใช่ผลที่ผ่านแล้ว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≥80%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อ่านอารมณ์ถูก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70832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≤10%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70832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บรรยายสิ่งที่ไม่มีจริง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0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≤3 วินาที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2960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ตั้งแต่รับภาพจนเริ่มพูด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