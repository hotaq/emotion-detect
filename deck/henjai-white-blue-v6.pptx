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6" r:id="rId37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แผนเก็บภาพขณะใช้งานในชีวิตประจำวัน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ชุดทดสอบใหม่ที่วางแผนเก็บในระยะถัดไป ไม่ใช่ชุดที่ใช้รายงานผลเบื้องต้น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651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ระหว่างพูดคุย เดินทาง และใช้พื้นที่สาธารณะ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ครอบคลุมสีหน้า ภาษากาย และสภาพแวดล้อม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เก็บภาพโดยได้รับความยินยอมจากผู้เกี่ยวข้อง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ให้ผู้เชี่ยวชาญด้านการมองเห็นทบทวนวิธีวัด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และอนุมัติเกณฑ์ก่อนเริ่มประเมินจริง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จากนั้นทดลองกับผู้ใช้ 10 คนตามเกณฑ์ที่อนุมัติ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1828800"/>
          <a:ext cx="11155680" cy="4297680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2388870"/>
                <a:gridCol w="2388870"/>
                <a:gridCol w="2388870"/>
                <a:gridCol w="238887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แผนงาน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W1–2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เข้าใจผู้ใช้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6C9D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W3–6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พัฒนาและเตรียม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397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W7–10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ทดลองใช้งาน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W11–12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0479D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กำหนดขอบเขต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จากปัญหาผู้ใช้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พัฒนา AI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และการแจ้งเตือน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วัดความถูกต้อง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และความเสถียร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สรุปข้อผิดพลาด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และปรับระบบ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การประเมิน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ร่างวิธีวัด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ตามเอกสารแนวคิด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ผู้เชี่ยวชาญทบทวน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และอนุมัติเกณฑ์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บันทึกผลตาม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เกณฑ์ที่อนุมัติ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ผู้เชี่ยวชาญร่วม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ทบทวนผล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สัมภาษณ์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ผู้ใช้ 10 คน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เตรียมกลุ่มทดลอง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และขอความยินยอม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ทดลองใช้ 10 คน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นาน 2 สัปดาห์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สรุปข้อเสนอแนะ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และแผนพัฒนาต่อ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40"/>
          <p:cNvSpPr txBox="1"/>
          <p:nvPr/>
        </p:nvSpPr>
        <p:spPr>
          <a:xfrm>
            <a:off x="5029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อนุมัติเกณฑ์ก่อนทดลองกับผู้ใช้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แนวทางประเมินที่เสนอ (KPI)</a:t>
            </a:r>
          </a:p>
        </p:txBody>
      </p:sp>
      <p:graphicFrame>
        <p:nvGraphicFramePr>
          <p:cNvPr id="20" name="Roadmap table"/>
          <p:cNvGraphicFramePr/>
          <p:nvPr/>
        </p:nvGraphicFramePr>
        <p:xfrm>
          <a:off x="502920" y="2194560"/>
          <a:ext cx="11155680" cy="384048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502920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ด้านที่วัด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ตัวชี้วัดจากเอกสาร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วิธีประเมินที่เสนอ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1565D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การตรวจจับ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Precision, Recall, F1-score, mAP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เทียบกับข้อมูลที่คนกำกับ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อารมณ์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Macro F1-score, Balanced Accuracy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เทียบกับป้ายกำกับจากมนุษย์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บริบท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Context Accuracy, Critical Error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ผู้เชี่ยวชาญตรวจความถูกต้อง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คำบรรยาย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Correctness, Helpfulness,</a:t>
                      </a:r>
                    </a:p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Conciseness, Hallucination Rate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ให้คะแนนคำบรรยายภาษาไทย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ความปลอดภัย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Hazard Recall, Time-to-Alert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2D4E"/>
                          </a:solidFill>
                          <a:latin typeface="Thonburi"/>
                          <a:ea typeface="Thonburi"/>
                          <a:cs typeface="Thonburi"/>
                        </a:rPr>
                        <a:t>วัดการตรวจพบและเวลาเตือน</a:t>
                      </a:r>
                    </a:p>
                  </a:txBody>
                  <a:tcPr marL="160000" marR="160000" marT="70000" marB="70000" anchor="ctr">
                    <a:lnL w="6350">
                      <a:solidFill>
                        <a:srgbClr val="D7E4F5"/>
                      </a:solidFill>
                    </a:lnL>
                    <a:lnR w="6350">
                      <a:solidFill>
                        <a:srgbClr val="D7E4F5"/>
                      </a:solidFill>
                    </a:lnR>
                    <a:lnT w="6350">
                      <a:solidFill>
                        <a:srgbClr val="D7E4F5"/>
                      </a:solidFill>
                    </a:lnT>
                    <a:lnB w="6350">
                      <a:solidFill>
                        <a:srgbClr val="D7E4F5"/>
                      </a:solidFill>
                    </a:lnB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32" name="Text 32"/>
          <p:cNvSpPr txBox="1"/>
          <p:nvPr/>
        </p:nvSpPr>
        <p:spPr>
          <a:xfrm>
            <a:off x="50292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ยังไม่มีเกณฑ์ผ่านที่ยืนยันแล้ว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029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ให้ผู้เชี่ยวชาญทบทวนวิธีวัดและอนุมัติเกณฑ์ก่อนประเมินจริง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อ้างอิง: CONCEPT IDEA, Plan Test หน้า 8–9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